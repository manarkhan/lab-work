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369F39-7EA4-4854-80F6-51BA3D020536}" v="7" dt="2026-08-24T12:50:57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r Khan" userId="29973f2f0badbebe" providerId="LiveId" clId="{6D6FB6DE-0008-4F4B-86FE-B575B3484A18}"/>
    <pc:docChg chg="modSld">
      <pc:chgData name="Manar Khan" userId="29973f2f0badbebe" providerId="LiveId" clId="{6D6FB6DE-0008-4F4B-86FE-B575B3484A18}" dt="2026-08-24T12:50:57.706" v="6"/>
      <pc:docMkLst>
        <pc:docMk/>
      </pc:docMkLst>
      <pc:sldChg chg="modTransition">
        <pc:chgData name="Manar Khan" userId="29973f2f0badbebe" providerId="LiveId" clId="{6D6FB6DE-0008-4F4B-86FE-B575B3484A18}" dt="2026-08-24T12:50:57.706" v="6"/>
        <pc:sldMkLst>
          <pc:docMk/>
          <pc:sldMk cId="2231830002" sldId="25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513017963556326E-2"/>
          <c:y val="9.3926252043369574E-2"/>
          <c:w val="0.91748698203644363"/>
          <c:h val="0.730687265204850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Healthcare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Healthcare</c:v>
                </c:pt>
                <c:pt idx="1">
                  <c:v>Education</c:v>
                </c:pt>
                <c:pt idx="2">
                  <c:v>Banking</c:v>
                </c:pt>
                <c:pt idx="3">
                  <c:v>Transport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20</c:v>
                </c:pt>
                <c:pt idx="2">
                  <c:v>30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24-49C0-9153-E5A9C14CA4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Healthcare</c:v>
                </c:pt>
                <c:pt idx="1">
                  <c:v>Education</c:v>
                </c:pt>
                <c:pt idx="2">
                  <c:v>Banking</c:v>
                </c:pt>
                <c:pt idx="3">
                  <c:v>Transport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5524-49C0-9153-E5A9C14CA4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Banking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Healthcare</c:v>
                </c:pt>
                <c:pt idx="1">
                  <c:v>Education</c:v>
                </c:pt>
                <c:pt idx="2">
                  <c:v>Banking</c:v>
                </c:pt>
                <c:pt idx="3">
                  <c:v>Transport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5524-49C0-9153-E5A9C14CA4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Transport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Healthcare</c:v>
                </c:pt>
                <c:pt idx="1">
                  <c:v>Education</c:v>
                </c:pt>
                <c:pt idx="2">
                  <c:v>Banking</c:v>
                </c:pt>
                <c:pt idx="3">
                  <c:v>Transport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3-5524-49C0-9153-E5A9C14CA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5569008"/>
        <c:axId val="1805570928"/>
      </c:barChart>
      <c:catAx>
        <c:axId val="180556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5570928"/>
        <c:crosses val="autoZero"/>
        <c:auto val="1"/>
        <c:lblAlgn val="ctr"/>
        <c:lblOffset val="100"/>
        <c:noMultiLvlLbl val="0"/>
      </c:catAx>
      <c:valAx>
        <c:axId val="180557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556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6126-3C76-C53D-56F3-F5E8243D1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1786792"/>
            <a:ext cx="9440034" cy="1828801"/>
          </a:xfrm>
        </p:spPr>
        <p:txBody>
          <a:bodyPr/>
          <a:lstStyle/>
          <a:p>
            <a:r>
              <a:rPr lang="en-US" b="1" u="sng" dirty="0"/>
              <a:t>ARTIFICIAL INTELLIGENCE</a:t>
            </a:r>
            <a:endParaRPr lang="en-IN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E3BD2-9D13-31A4-C104-CB3571D07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779494"/>
            <a:ext cx="9440034" cy="1103057"/>
          </a:xfrm>
        </p:spPr>
        <p:txBody>
          <a:bodyPr>
            <a:normAutofit/>
          </a:bodyPr>
          <a:lstStyle/>
          <a:p>
            <a:r>
              <a:rPr lang="en-US" sz="2800" u="sng" dirty="0"/>
              <a:t>The Future Of Technology</a:t>
            </a:r>
            <a:endParaRPr lang="en-IN" sz="2800" u="sng" dirty="0"/>
          </a:p>
        </p:txBody>
      </p:sp>
    </p:spTree>
    <p:extLst>
      <p:ext uri="{BB962C8B-B14F-4D97-AF65-F5344CB8AC3E}">
        <p14:creationId xmlns:p14="http://schemas.microsoft.com/office/powerpoint/2010/main" val="2887562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50F4-A11D-39E8-A715-DE3DC05A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Artificial Intelligence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FA6C-6A09-07EC-E030-215B4E2FA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319" y="2284540"/>
            <a:ext cx="6392779" cy="4058751"/>
          </a:xfrm>
        </p:spPr>
        <p:txBody>
          <a:bodyPr>
            <a:normAutofit/>
          </a:bodyPr>
          <a:lstStyle/>
          <a:p>
            <a:r>
              <a:rPr lang="en-US" sz="2800" dirty="0"/>
              <a:t>Machines that can learn, reason and perform tasks.</a:t>
            </a:r>
          </a:p>
          <a:p>
            <a:r>
              <a:rPr lang="en-US" sz="2800" dirty="0"/>
              <a:t>Used across business, science and everyday life.</a:t>
            </a:r>
          </a:p>
          <a:p>
            <a:r>
              <a:rPr lang="en-US" sz="2800" dirty="0"/>
              <a:t>Rapidly changing how people work and communicate.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FBFA7-1A34-26C7-407B-E5CD18D64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494" y="2107274"/>
            <a:ext cx="4813541" cy="3620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183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whoosh.wav"/>
          </p:stSnd>
        </p:sndAc>
      </p:transition>
    </mc:Choice>
    <mc:Fallback>
      <p:transition spd="slow">
        <p:split orient="vert"/>
        <p:sndAc>
          <p:stSnd>
            <p:snd r:embed="rId2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353F-D45F-705C-244E-D0A4DD66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Applications of AI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B4A00-C094-0900-FC07-649449A68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06" y="2310419"/>
            <a:ext cx="6047722" cy="3797083"/>
          </a:xfrm>
        </p:spPr>
        <p:txBody>
          <a:bodyPr/>
          <a:lstStyle/>
          <a:p>
            <a:r>
              <a:rPr lang="en-US" sz="2800" dirty="0"/>
              <a:t>Healthcare: medical imaging and decision support.</a:t>
            </a:r>
          </a:p>
          <a:p>
            <a:r>
              <a:rPr lang="en-US" sz="2800" dirty="0"/>
              <a:t>Education: personalized learning.</a:t>
            </a:r>
          </a:p>
          <a:p>
            <a:r>
              <a:rPr lang="en-US" sz="2800" dirty="0"/>
              <a:t>Banking: fraud detection and risk analysis.</a:t>
            </a:r>
          </a:p>
          <a:p>
            <a:r>
              <a:rPr lang="en-US" sz="2800" dirty="0"/>
              <a:t>Transportation: navigation and driver assistance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5BE5C-68DF-D7D0-0B05-F11A54E48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633" y="1880819"/>
            <a:ext cx="3835269" cy="21316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40304-9EBF-F329-82E7-B98836456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633" y="4208960"/>
            <a:ext cx="3835269" cy="21189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501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whoosh.wav"/>
          </p:stSnd>
        </p:sndAc>
      </p:transition>
    </mc:Choice>
    <mc:Fallback xmlns="">
      <p:transition spd="slow">
        <p:split orient="vert"/>
        <p:sndAc>
          <p:stSnd>
            <p:snd r:embed="rId5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E652-DC69-CB92-7899-0B9397B8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AI Applications by Sector</a:t>
            </a:r>
            <a:endParaRPr lang="en-IN" u="sng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C2A5F1-8948-D65B-6DEA-D6B9428A6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293520"/>
              </p:ext>
            </p:extLst>
          </p:nvPr>
        </p:nvGraphicFramePr>
        <p:xfrm>
          <a:off x="474453" y="1904490"/>
          <a:ext cx="6202391" cy="4516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4CC6FD-8BCF-38E4-C9DB-B9948B9C5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161237"/>
              </p:ext>
            </p:extLst>
          </p:nvPr>
        </p:nvGraphicFramePr>
        <p:xfrm>
          <a:off x="7056408" y="2177530"/>
          <a:ext cx="5003320" cy="35676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10286">
                  <a:extLst>
                    <a:ext uri="{9D8B030D-6E8A-4147-A177-3AD203B41FA5}">
                      <a16:colId xmlns:a16="http://schemas.microsoft.com/office/drawing/2014/main" val="1995202563"/>
                    </a:ext>
                  </a:extLst>
                </a:gridCol>
                <a:gridCol w="2493034">
                  <a:extLst>
                    <a:ext uri="{9D8B030D-6E8A-4147-A177-3AD203B41FA5}">
                      <a16:colId xmlns:a16="http://schemas.microsoft.com/office/drawing/2014/main" val="1018621952"/>
                    </a:ext>
                  </a:extLst>
                </a:gridCol>
              </a:tblGrid>
              <a:tr h="7135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553856"/>
                  </a:ext>
                </a:extLst>
              </a:tr>
              <a:tr h="7135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Healthcare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564504"/>
                  </a:ext>
                </a:extLst>
              </a:tr>
              <a:tr h="7135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Education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419563"/>
                  </a:ext>
                </a:extLst>
              </a:tr>
              <a:tr h="7135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Banking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742261"/>
                  </a:ext>
                </a:extLst>
              </a:tr>
              <a:tr h="7135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813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14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whoosh.wav"/>
          </p:stSnd>
        </p:sndAc>
      </p:transition>
    </mc:Choice>
    <mc:Fallback xmlns="">
      <p:transition spd="slow">
        <p:split orient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E44F-DE02-0B79-498B-7CEFFD1B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Advantages and Disadvantages</a:t>
            </a:r>
            <a:endParaRPr lang="en-IN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089551-4924-8379-03B4-16C444F3D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402057"/>
              </p:ext>
            </p:extLst>
          </p:nvPr>
        </p:nvGraphicFramePr>
        <p:xfrm>
          <a:off x="913795" y="2206416"/>
          <a:ext cx="10370927" cy="360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090">
                  <a:extLst>
                    <a:ext uri="{9D8B030D-6E8A-4147-A177-3AD203B41FA5}">
                      <a16:colId xmlns:a16="http://schemas.microsoft.com/office/drawing/2014/main" val="2741226151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848192281"/>
                    </a:ext>
                  </a:extLst>
                </a:gridCol>
              </a:tblGrid>
              <a:tr h="90194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Disadvantages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085576"/>
                  </a:ext>
                </a:extLst>
              </a:tr>
              <a:tr h="9019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Displacement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180286"/>
                  </a:ext>
                </a:extLst>
              </a:tr>
              <a:tr h="9019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Faster Decisions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Privacy Concerns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047393"/>
                  </a:ext>
                </a:extLst>
              </a:tr>
              <a:tr h="9019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Improved 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Implementation Cost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47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07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whoosh.wav"/>
          </p:stSnd>
        </p:sndAc>
      </p:transition>
    </mc:Choice>
    <mc:Fallback xmlns="">
      <p:transition spd="slow">
        <p:split orient="vert"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3964-4177-34E0-F4E2-4A524F6A1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03031"/>
            <a:ext cx="10353762" cy="970450"/>
          </a:xfrm>
        </p:spPr>
        <p:txBody>
          <a:bodyPr/>
          <a:lstStyle/>
          <a:p>
            <a:r>
              <a:rPr lang="en-US" u="sng" dirty="0"/>
              <a:t>Conclusion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B5F1-2DA2-5945-E085-48C78286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82" y="2413935"/>
            <a:ext cx="5875194" cy="3227740"/>
          </a:xfrm>
        </p:spPr>
        <p:txBody>
          <a:bodyPr>
            <a:noAutofit/>
          </a:bodyPr>
          <a:lstStyle/>
          <a:p>
            <a:r>
              <a:rPr lang="en-US" sz="2800" dirty="0"/>
              <a:t>AI can automate repetitive work and support better decisions.</a:t>
            </a:r>
          </a:p>
          <a:p>
            <a:r>
              <a:rPr lang="en-US" sz="2800" dirty="0"/>
              <a:t>Its benefits depend on responsible design and human oversight.</a:t>
            </a:r>
          </a:p>
          <a:p>
            <a:r>
              <a:rPr lang="en-US" sz="2800" dirty="0"/>
              <a:t>Learning AI skills can create opportunities across many industries.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3FBD1-F189-2B5B-DB0C-D504EEBA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81" y="2478634"/>
            <a:ext cx="5518124" cy="30983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369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whoosh.wav"/>
          </p:stSnd>
        </p:sndAc>
      </p:transition>
    </mc:Choice>
    <mc:Fallback xmlns="">
      <p:transition spd="slow">
        <p:split orient="vert"/>
        <p:sndAc>
          <p:stSnd>
            <p:snd r:embed="rId4" name="whoosh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68</TotalTime>
  <Words>132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Calisto MT</vt:lpstr>
      <vt:lpstr>Wingdings 2</vt:lpstr>
      <vt:lpstr>Slate</vt:lpstr>
      <vt:lpstr>ARTIFICIAL INTELLIGENCE</vt:lpstr>
      <vt:lpstr>Artificial Intelligence</vt:lpstr>
      <vt:lpstr>Applications of AI</vt:lpstr>
      <vt:lpstr>AI Applications by Sector</vt:lpstr>
      <vt:lpstr>Advantages and Disadvantages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alok1834@outlook.com</dc:creator>
  <cp:lastModifiedBy>Manar Khan</cp:lastModifiedBy>
  <cp:revision>2</cp:revision>
  <dcterms:created xsi:type="dcterms:W3CDTF">2026-08-24T10:37:11Z</dcterms:created>
  <dcterms:modified xsi:type="dcterms:W3CDTF">2026-08-24T12:51:05Z</dcterms:modified>
</cp:coreProperties>
</file>